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e 1"/>
          <p:cNvSpPr/>
          <p:nvPr/>
        </p:nvSpPr>
        <p:spPr>
          <a:xfrm>
            <a:off x="914400" y="914400"/>
            <a:ext cx="3657600" cy="3657600"/>
          </a:xfrm>
          <a:prstGeom prst="pie">
            <a:avLst>
              <a:gd name="adj1" fmla="val 0"/>
              <a:gd name="adj2" fmla="val 9120000"/>
            </a:avLst>
          </a:prstGeom>
          <a:solidFill>
            <a:srgbClr val="00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914400" y="914400"/>
            <a:ext cx="3657600" cy="3657600"/>
          </a:xfrm>
          <a:prstGeom prst="pie">
            <a:avLst>
              <a:gd name="adj1" fmla="val 9120000"/>
              <a:gd name="adj2" fmla="val 15779999"/>
            </a:avLst>
          </a:prstGeom>
          <a:solidFill>
            <a:srgbClr val="00C8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914400" y="914400"/>
            <a:ext cx="3657600" cy="3657600"/>
          </a:xfrm>
          <a:prstGeom prst="pie">
            <a:avLst>
              <a:gd name="adj1" fmla="val 15779999"/>
              <a:gd name="adj2" fmla="val 2064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914400" y="914400"/>
            <a:ext cx="3657600" cy="3657600"/>
          </a:xfrm>
          <a:prstGeom prst="pie">
            <a:avLst>
              <a:gd name="adj1" fmla="val 20640000"/>
              <a:gd name="adj2" fmla="val 21600000"/>
            </a:avLst>
          </a:prstGeom>
          <a:solidFill>
            <a:srgbClr val="FFC8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8840" y="21488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