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e 1"/>
          <p:cNvSpPr/>
          <p:nvPr/>
        </p:nvSpPr>
        <p:spPr>
          <a:xfrm>
            <a:off x="182880" y="914400"/>
            <a:ext cx="2103120" cy="2103120"/>
          </a:xfrm>
          <a:prstGeom prst="pie">
            <a:avLst>
              <a:gd name="adj1" fmla="val 0"/>
              <a:gd name="adj2" fmla="val 1000000000"/>
            </a:avLst>
          </a:prstGeom>
          <a:solidFill>
            <a:srgbClr val="0050B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>
            <a:off x="2606040" y="914400"/>
            <a:ext cx="2103120" cy="2103120"/>
          </a:xfrm>
          <a:prstGeom prst="pie">
            <a:avLst>
              <a:gd name="adj1" fmla="val 1000000000"/>
              <a:gd name="adj2" fmla="val 2500000000"/>
            </a:avLst>
          </a:prstGeom>
          <a:solidFill>
            <a:srgbClr val="1E50B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>
            <a:off x="5029200" y="914400"/>
            <a:ext cx="2103120" cy="2103120"/>
          </a:xfrm>
          <a:prstGeom prst="pie">
            <a:avLst>
              <a:gd name="adj1" fmla="val 2500000000"/>
              <a:gd name="adj2" fmla="val 5000000000"/>
            </a:avLst>
          </a:prstGeom>
          <a:solidFill>
            <a:srgbClr val="3C50B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>
            <a:off x="7452359" y="914400"/>
            <a:ext cx="2103120" cy="2103120"/>
          </a:xfrm>
          <a:prstGeom prst="pie">
            <a:avLst>
              <a:gd name="adj1" fmla="val 5000000000"/>
              <a:gd name="adj2" fmla="val 7500000000"/>
            </a:avLst>
          </a:prstGeom>
          <a:solidFill>
            <a:srgbClr val="5A50B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>
            <a:off x="9875519" y="914400"/>
            <a:ext cx="2103120" cy="2103120"/>
          </a:xfrm>
          <a:prstGeom prst="pie">
            <a:avLst>
              <a:gd name="adj1" fmla="val 7500000000"/>
              <a:gd name="adj2" fmla="val 10000000000"/>
            </a:avLst>
          </a:prstGeom>
          <a:solidFill>
            <a:srgbClr val="7850B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