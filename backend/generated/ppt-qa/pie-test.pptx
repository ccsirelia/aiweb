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e 1"/>
          <p:cNvSpPr/>
          <p:nvPr/>
        </p:nvSpPr>
        <p:spPr>
          <a:xfrm>
            <a:off x="182880" y="182880"/>
            <a:ext cx="1828800" cy="1828800"/>
          </a:xfrm>
          <a:prstGeom prst="pie">
            <a:avLst>
              <a:gd name="adj1" fmla="val 0"/>
              <a:gd name="adj2" fmla="val 25000"/>
            </a:avLst>
          </a:prstGeom>
          <a:solidFill>
            <a:srgbClr val="002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2560320" y="182880"/>
            <a:ext cx="1828800" cy="1828800"/>
          </a:xfrm>
          <a:prstGeom prst="pie">
            <a:avLst>
              <a:gd name="adj1" fmla="val 25000"/>
              <a:gd name="adj2" fmla="val 50000"/>
            </a:avLst>
          </a:prstGeom>
          <a:solidFill>
            <a:srgbClr val="142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937760" y="182880"/>
            <a:ext cx="1828800" cy="1828800"/>
          </a:xfrm>
          <a:prstGeom prst="pie">
            <a:avLst>
              <a:gd name="adj1" fmla="val 50000"/>
              <a:gd name="adj2" fmla="val 75000"/>
            </a:avLst>
          </a:prstGeom>
          <a:solidFill>
            <a:srgbClr val="282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7315200" y="182880"/>
            <a:ext cx="1828800" cy="1828800"/>
          </a:xfrm>
          <a:prstGeom prst="pie">
            <a:avLst>
              <a:gd name="adj1" fmla="val 75000"/>
              <a:gd name="adj2" fmla="val 100000"/>
            </a:avLst>
          </a:prstGeom>
          <a:solidFill>
            <a:srgbClr val="3C2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9692640" y="182880"/>
            <a:ext cx="1828800" cy="1828800"/>
          </a:xfrm>
          <a:prstGeom prst="pie">
            <a:avLst>
              <a:gd name="adj1" fmla="val 0"/>
              <a:gd name="adj2" fmla="val 9000000"/>
            </a:avLst>
          </a:prstGeom>
          <a:solidFill>
            <a:srgbClr val="502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182880" y="3383280"/>
            <a:ext cx="1828800" cy="182880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642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2560320" y="3383280"/>
            <a:ext cx="1828800" cy="1828800"/>
          </a:xfrm>
          <a:prstGeom prst="pie">
            <a:avLst>
              <a:gd name="adj1" fmla="val 18000000"/>
              <a:gd name="adj2" fmla="val 27000000"/>
            </a:avLst>
          </a:prstGeom>
          <a:solidFill>
            <a:srgbClr val="782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937760" y="3383280"/>
            <a:ext cx="1828800" cy="1828800"/>
          </a:xfrm>
          <a:prstGeom prst="pie">
            <a:avLst>
              <a:gd name="adj1" fmla="val 27000000"/>
              <a:gd name="adj2" fmla="val 36000000"/>
            </a:avLst>
          </a:prstGeom>
          <a:solidFill>
            <a:srgbClr val="8C2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7315200" y="3383280"/>
            <a:ext cx="1828800" cy="1828800"/>
          </a:xfrm>
          <a:prstGeom prst="pie">
            <a:avLst>
              <a:gd name="adj1" fmla="val 0"/>
              <a:gd name="adj2" fmla="val 540000000000"/>
            </a:avLst>
          </a:prstGeom>
          <a:solidFill>
            <a:srgbClr val="A02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9692640" y="3383280"/>
            <a:ext cx="1828800" cy="1828800"/>
          </a:xfrm>
          <a:prstGeom prst="pie">
            <a:avLst>
              <a:gd name="adj1" fmla="val 540000000000"/>
              <a:gd name="adj2" fmla="val 1080000000000"/>
            </a:avLst>
          </a:prstGeom>
          <a:solidFill>
            <a:srgbClr val="B428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