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机场安全情况汇报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F9F8E"/>
                </a:solidFill>
                <a:latin typeface="Aptos"/>
              </a:rPr>
              <a:t>PRESENTATION / AIWEB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85216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122033"/>
                </a:solidFill>
                <a:latin typeface="Aptos"/>
              </a:rPr>
              <a:t>机场安全情况汇报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53035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506176"/>
                </a:solidFill>
                <a:latin typeface="Aptos"/>
              </a:rPr>
              <a:t>月度安全运行与风险治理简报｜本月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85232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563EB"/>
                </a:solidFill>
                <a:latin typeface="Aptos"/>
              </a:rPr>
              <a:t>结构化内容 · 本地可编辑 · 下载即用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本月安全运行概览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本月共发现19起安全事故，排查安全隐患100余项，制定并推进20条防控措施。整体运行保持稳定，风险主要集中在作业衔接、设备设施、人员操作和现场管控等环节。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安全事故：19起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排查隐患：100余项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防控措施：20条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当前判断：总体可控、局部承压、需要持续闭环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02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关键指标与管理结论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单纯控制事故数量不足以反映安全水平，需要同步关注事故严重程度、重复发生率、隐患整改及时率和措施有效性。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19起事故中，重点关注高频重复问题与可能升级为重大事故的苗头性事件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100余项隐患覆盖人员、设备、流程、环境和管理五个维度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20条措施已形成责任、时限和验证要求，需持续跟踪实际效果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管理结论：以风险分级为主线，推动安全治理从事后处置转向主动预防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03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安全事故分布与风险画像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从业务链条看，事故并非集中于单一岗位，而是分布在航班保障、机坪作业、设备运行、旅客服务和应急协同等多个场景。跨岗位、跨单位衔接环节的责任边界和信息传递质量需要重点改善。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人员操作类：违规操作、注意力不足、标准执行不到位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机坪运行类：车辆、人员与航空器周边作业交叉风险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设备设施类：设备故障、维护不到位、临时设施管理不规范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流程协同类：交接不完整、信息传递滞后、异常升级不及时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04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典型事故复盘：从事件看机制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本月典型事件反映出三个共同问题：一是现场人员对异常状态的识别和上报不够及时；二是关键步骤缺少有效的双人复核或交叉确认；三是整改措施完成后，效果验证和经验推广不足。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事件前：风险提示未能准确传递至一线作业单元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事件中：现场处置依赖个人经验，标准化动作执行不稳定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事件后：整改任务完成与风险真正消除之间仍存在验证缺口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复盘要求：每起事件至少形成原因、责任、措施、验证和推广五项输出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05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隐患排查总体情况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本月围绕重点场所、关键设备、重点岗位和高峰时段开展排查，发现隐患100余项。隐患治理需按照风险等级、影响范围和整改难度进行排序，避免资源平均分配。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高风险隐患：可能直接影响航空器、人员和重大运行环节，优先处置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中风险隐患：可能造成运行中断、服务降级或局部安全事件，限期整改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一般隐患：通过现场纠正、标准优化和持续检查进行治理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治理原则：发现即登记、分级定责、限时整改、复核销项、闭环留痕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06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隐患重点领域分析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排查结果显示，隐患集中在设施设备状态、作业现场控制、人员资质与行为、制度执行与协同管理四类领域。各领域相互关联，需要采用组合治理方式。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设备设施：老旧设备、点检记录不完整、故障预警能力不足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现场作业：隔离措施、警示标识、车辆路线和人员站位管理需强化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人员行为：培训与实操脱节，关键岗位监督和能力复核不足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制度协同：制度要求与现场流程存在偏差，外包单位管理标准不一致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07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20条防控措施框架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针对事故和隐患暴露的问题，已制定20条防控措施，覆盖源头预防、过程控制和结果验证三个阶段。措施执行需避免停留在文件发布层面，必须落实到岗位动作和检查证据。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人员：强化关键岗位培训、资质复核和班前风险提示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设备：完善点检、维护、故障上报和停用管理机制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环境：加强机坪、通道、作业区和特殊天气条件下的现场控制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管理：统一检查标准，落实分级负责、交叉检查和问题升级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08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重点措施一：强化人员与作业控制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人员因素是最具波动性的风险来源。下一步通过班前会、岗位抽查、关键动作复核和异常行为纠偏，提升一线人员对风险的识别能力和标准执行稳定性。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对关键岗位实施月度能力复核，结果与排班、授权和培训计划联动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高风险作业执行班前风险提示和作业前双人确认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针对重复性问题开展情景化训练，减少只讲制度、不练动作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建立现场安全观察机制，对不安全行为及时提醒、记录和复盘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09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重点措施二：提升设备设施可靠性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设备设施隐患需要通过标准化点检、预防性维护和故障趋势分析进行治理。对影响关键运行环节的设备，建立明确的停用、替代和恢复验证要求。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统一重点设备点检项目、频次、责任人和记录模板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对高故障率设备建立专项台账，跟踪故障原因和重复发生情况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临时设备、替代设备和维修后设备必须完成安全确认后投入使用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将设备异常纳入每日运行例会，推动问题快速升级和资源协调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010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重点措施三：加强现场与协同管理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机场安全运行涉及多单位、多岗位和多流程协作。通过统一现场标准、明确接口责任和强化交接确认，减少因信息不对称、责任不清和临时变更带来的风险。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明确机坪、航站楼、设备保障和外包作业的接口责任人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对交叉作业实施统一的区域隔离、路线管理和现场指挥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关键任务采用标准交接清单，异常情况必须完成回读确认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建立外包单位同标准、同检查、同整改、同考核的管理机制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011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风险分级与资源优先级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建议以风险发生概率、后果严重程度、暴露频次和控制成熟度为主要评价维度，建立月度风险热力清单。高风险事项由分管负责人直接督办，确保资源和决策及时到位。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一级风险：立即控制，必要时暂停相关作业并启动专项处置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二级风险：明确责任人和完成时限，纳入周度跟踪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三级风险：通过部门日常管理和现场检查持续改进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风险清单每周更新，重大变化及时向管理层升级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012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整改闭环与责任机制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整改闭环应包含问题描述、风险评估、责任分工、整改措施、完成时限、现场验证和效果评估七个环节。对重复出现或整改效果不佳的问题，必须开展升级复盘。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每项隐患明确唯一责任部门和最终验收人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整改完成后提供现场照片、记录、测试结果或培训凭证等证据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安全管理部门负责抽查验证，不以责任部门自报作为唯一依据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重复隐患纳入部门绩效和专项治理，必要时调整制度与资源配置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013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22033"/>
                </a:solidFill>
                <a:latin typeface="Aptos"/>
              </a:rPr>
              <a:t>下月重点工作与决策请求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06176"/>
                </a:solidFill>
                <a:latin typeface="Aptos"/>
              </a:rPr>
              <a:t>下月将围绕重点隐患销项、重复事故压降、关键设备可靠性和跨单位协同四条主线推进工作。需要管理层对重点资源、责任边界和升级机制进行明确。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52928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完成100余项隐患的分级复核，确保高风险隐患优先清零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11296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01568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对本月19起事故开展重复性和共因分析，形成专项治理清单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9663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59935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验证20条防控措施的执行质量和实际效果，淘汰无效或形式化措施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F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122033"/>
                </a:solidFill>
                <a:latin typeface="Aptos"/>
              </a:rPr>
              <a:t>建议批准重点设备维护资源和关键岗位专项培训计划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246120" cy="3611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240280"/>
            <a:ext cx="237744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22033"/>
                </a:solidFill>
                <a:latin typeface="Aptos"/>
              </a:rPr>
              <a:t>014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84048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506176"/>
                </a:solidFill>
                <a:latin typeface="Aptos"/>
              </a:rPr>
              <a:t>重点内容 可继续编辑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2823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06176"/>
                </a:solidFill>
                <a:latin typeface="Aptos"/>
              </a:rPr>
              <a:t>AIWeb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F9F8E"/>
                </a:solidFill>
                <a:latin typeface="Aptos"/>
              </a:rPr>
              <a:t>NEXT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877824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122033"/>
                </a:solidFill>
                <a:latin typeface="Aptos"/>
              </a:rPr>
              <a:t>结论与管理承诺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804672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>
                <a:solidFill>
                  <a:srgbClr val="506176"/>
                </a:solidFill>
                <a:latin typeface="Aptos"/>
              </a:rPr>
              <a:t>守住安全底线，持续提升机场运行韧性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572000"/>
            <a:ext cx="283464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681728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DOWNLOAD · EDIT LOCALLY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