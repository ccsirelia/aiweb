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访谈报告纪要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22960"/>
            <a:ext cx="53035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PRESENTATION / AIWEB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85216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Aptos"/>
              </a:rPr>
              <a:t>访谈报告纪要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530352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A8B4CC"/>
                </a:solidFill>
                <a:latin typeface="Aptos"/>
              </a:rPr>
              <a:t>采购管理中心与财务共享中心（应付组）调研洞察｜IT咨询规划项目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85232"/>
            <a:ext cx="53035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5B7CFF"/>
                </a:solidFill>
                <a:latin typeface="Aptos"/>
              </a:rPr>
              <a:t>结构化内容 · 本地可编辑 · 下载即用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管理层摘要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采购权下放提升了局部响应速度，但标准、计划、价格、数据和风险控制未同步建立，导致采购执行与财务结算均高度依赖人工审核。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组织层面：总部统管能力不足，事业部自主采购难以形成规模优势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业务层面：合同、订单、比价、验收、入库、对账与付款链路存在断点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数据层面：主数据质量较低，物料标准、需求口径和供应商数据无法有效归集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风险层面：自动入库、无合同付款、委外价格手工录入等场景需强化刚性控制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02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访谈范围与对象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本次访谈围绕采购组织、采购策略、采购执行、供应商管理、财务付款与对账协同展开。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采购管理中心：程世伟，副总监；访谈日期：2022年06月09日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财务共享中心应付组：李爱萍，经理；访谈日期：2022年06月18日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采购管理中心编制24人，含供应商管理部、综合采购开发部及固资/外协/综合采购组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财务应付组重点覆盖采购付款审核、委外请款、外协项目、固定资产预付款及对账业务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03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现状全景：采购到付款链路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当前业务横跨NC、采购云、环思、OA及线下表单/微信审批。不同业务类型的单据完整度和系统覆盖程度不一致。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需求来源多元：NC、环思、OA及线下临时需求并存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寻源与定价：部分委外比价单为手工版，未与订单建立关联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合同与订单：合同未签或会审中即下单、请款的情况存在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验收与入库：外协项目自动入库、委外单据未完整系统化，存在控制风险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04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核心问题一：集团统管与事业部自主经营失衡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采购职能多次调整后，总部保留固定资产、职能物料采购和供应商准入管理，事业部负责多数采购执行并自负盈亏。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集中采购时：跨组织沟通成本高，事业部难以及时掌握采购进度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采购权下放后：通用品类难以归集，可能出现一物多价、标准不一与质量不一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总部对事业部采购缺少有效考核权，采购管理中心实际管控较弱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总部与事业部的采购权责、汇报关系和责任边界需重新匹配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05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核心问题二：主数据与需求标准薄弱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现有物料约10万项，访谈估计约50%存在质量问题。一号多物、一物多号及需求描述不清，造成重复询价与需求难以归集。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需求部门对物资标准不清晰，采购员依赖个人经验完成采购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非生产性物资金额小、频次高，占用采购人员大量精力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同类需求反复出现，短周期内重复询价、重复采购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物料主数据不规范导致供应商报价基础不统一、比价结果可比性不足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06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核心问题三：计划与预算未有效前置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部分业务具备月预算或滚动预算基础，但集团层面计划协同、库存策略和采购计划规范尚未形成统一机制。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NC计划反复的根源包括销售需求波动；OA计划反复的根源包括采购计划不规范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多数常规物资缺少按月、按季度归集的计划采购机制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库存计划整体薄弱，库存关注主要集中于生产部门或仓储补货场景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化工仓按安全库存补货；原辅料、配件存在按7至10天或按月库存管理的差异模式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07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核心问题四：审批链路长且控制方式粗放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采购活动覆盖请购、定标、合同、请款、付款等多个审批节点。管理层及采购负责人日均审批量较大，影响效率与决策质量。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采购请款常需附带六至七份单据，人工准备与核验成本高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董事长日均审批约二三十单，相关采购负责人日均审批约100单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现有审批更偏重后段重复审核，前端需求、预算和标准控制不足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合同未及时签订时，采购急于付款与财务合规要求形成冲突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08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核心问题五：委外加工价格与单据未实现闭环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染整、织造、鞋类及服装工序委外存在比价单未关联订单、订单价格手工录入、请款缺少汇总依据等情况。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染整织造：比价单未关联订单，订单单价人工录入并通过微信报批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鞋类委外：比价单为手工版，请款时财务需逐条比对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部分委外出入库单据未完整进入系统，业务事实与结算依据脱节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品检未完成或货物未入库时，仍存在紧急请款诉求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09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核心问题六：外协项目验收与入库控制存在重大风险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修理修缮、设备安装等外协项目类别多、需求颗粒度粗，系统比价单无法关联采购订单，且订单审核后自动生成入库单。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多个需求挂在同一料号，项目明细核对困难，追溯性不足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比价单与采购订单未关联，请款时需人工核对单价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订单审核后自动入库，未达到验收或付款条件的项目可能被提前确认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历史上曾发生大额工程款项风险案例，需作为高风险场景专项治理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010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核心问题七：固定资产预付款与交付进度不可视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部分固定资产预付款由总部采购手工建立台账。由于系统缺少固定资产过程管理能力，财务及管理层难以追溯资金对应的实际交付状态。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系统无法清晰查询预付款对应的具体采购订单、设备或项目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货到现场、仓库入库、验收完成与付款条件之间缺少联动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未达到验收条款时仓库不能入库，导致业务进度与财务状态脱节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建议建立固定资产项目台账，贯通请购、预算、合同、订单、付款、到货、验收、转资全过程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011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核心问题八：对账与财务核验高度依赖线下作业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环思成衣、环思染整目前仍以手工方式对账，财务在立账与付款审核时需重复核验供应商对账单、比价单、合同和订单。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未接入采购云的业务，线上对账与结算状态不可见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系统无法直观区分已对账、未对账及对账差异处理状态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财务立账需重复审核订单单价，缺乏来源唯一、可追溯的价格依据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合同优先、签字版比价单兜底的规则可保留，但应系统化固化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012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采购与财务协同的目标蓝图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目标模式不是简单集中或完全下放，而是建立集团统一规则下的分级运营体系。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统一标准：物料、供应商、合同、价格、项目及会计核算维度统一编码与治理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统一平台：贯通需求、预算、寻源、合同、订单、收货、验收、对账、请款、付款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分级授权：总部负责规则、品类策略、供应商准入和集采；事业部负责授权内执行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过程控制：预算、合同、价格、验收和对账成为付款前的自动校验条件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013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建议一：建立分层分类的采购运营模型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不同采购品类不适合采用单一的集中或分散模式，应建立清晰的分类运营与权责矩阵。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战略及大宗物料：由集团统筹需求归集、供应策略、框架协议与价格机制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通用及非生产物资：推进目录化、标准化、集采化和电商化采购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固定资产及外协项目：总部主导，强化项目制、合同制和验收制管理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事业部专业物料：在统一供应商、标准与价格规则下授权快速执行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014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建议二：以主数据治理夯实数字化基础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主数据治理是采购协同、集采归集、预算控制、价格分析和供应商绩效的共同前提。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建立物料分类、编码、命名、规格、品牌、质量标准与替代关系标准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明确主数据责任主体：业务部门定义标准，采购参与归类，专职团队统一维护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建立新增、变更、冻结、合并与定期清理机制，治理一物多号和一号多物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形成高频通用品目录与标准品牌库，降低需求描述模糊度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015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建议三：重构采购到付款关键控制点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围绕高风险、高频和高金额场景，将关键业务证据与控制规则前置并自动关联。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需求环节：预算校验、目录选择、标准规格与采购计划校验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寻源环节：比价、定标、供应商准入与价格有效期系统化留痕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合同与订单：合同、框架协议、订单价格及付款条款建立强关联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收货与验收：委外、外协和固定资产按实际履约、质检及验收结果确认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016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建议四：建设采购与财务一体化数据看板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管理报表应服务于经营决策与风险控制，优先覆盖价格、计划、履约、付款和供应商五类主题。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采购价格分析：同物同价率、价格波动、比价节约、目录外采购占比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计划与效率分析：计划达成率、紧急采购率、审批时长、采购周期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履约与质量分析：交货及时率、来料合格率、订单准确率、质量异常闭环率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付款与风险分析：预付款余额及账龄、未验收付款、合同外付款、对账未清项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017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分阶段建设路线图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实施过程中应同步推进制度、组织、数据和系统，避免仅上线工具而未改变管理机制。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阶段一：0至3个月，梳理采购分类与权责，确定高风险流程控制规则，启动主数据专项治理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阶段二：3至6个月，建设委外/外协/固定资产关键流程闭环，打通合同、订单、验收、对账与付款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阶段三：6至12个月，推进通用品目录化集采、预算计划协同、供应商绩效自动化与经营看板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阶段四：12个月后，基于采购数据开展品类策略优化、框架协议管理与成本预测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018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优先级建议与预期价值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建议优先解决付款前置控制与数据可追溯问题，再逐步扩大至采购策略与集团协同能力建设。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P0风险治理：外协项目验收入库、固定资产预付款、无合同/价格依据付款、委外订单价格控制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P1效率提升：电子对账、比价订单关联、委外出入库系统化、审批流分级优化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P2经营提升：主数据标准化、需求计划协同、通用品集采、供应商绩效自动化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预期收益：降低错误付款与提前付款风险，减少财务重复核对和采购重复询价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019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A8B4CC"/>
                </a:solidFill>
                <a:latin typeface="Aptos"/>
              </a:rPr>
              <a:t>AIWeb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需管理层决策的关键事项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数字化建设需要制度授权、组织责任与跨部门协同作为前提，建议管理层优先明确以下事项。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确认集团采购运营定位：总部统筹与事业部授权的边界、品类分工及考核权责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批准建立跨部门主数据治理机制，明确牵头部门、专职资源与业务责任人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确定外协项目、委外加工、固定资产预付款三类高风险业务的刚性控制原则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确认预算、计划、合同、验收、对账作为付款控制条件的管理要求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5B7CFF"/>
          </a:solidFill>
          <a:ln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Aptos"/>
              </a:rPr>
              <a:t>020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