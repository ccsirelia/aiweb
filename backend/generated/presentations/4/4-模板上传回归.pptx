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模板上传回归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模板上传回归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模板上传回归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模板上传回归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模板上传回归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17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34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51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68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85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902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0720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537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354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171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988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805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199" y="9144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7199" y="18288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7199" y="27432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7199" y="36576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7199" y="45720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7199" y="54864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09697" y="530351"/>
            <a:ext cx="1063016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3952" y="6336792"/>
            <a:ext cx="1268761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01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82298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70" y="822960"/>
            <a:ext cx="4252066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5B94C"/>
                </a:solidFill>
                <a:latin typeface="Aptos Mono"/>
              </a:rPr>
              <a:t>AIWeb upload regression｜回归验证简报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53" y="1353312"/>
            <a:ext cx="4423520" cy="1600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EAF5FF"/>
                </a:solidFill>
                <a:latin typeface="Aptos"/>
              </a:rPr>
              <a:t>模板上传回归应确认两类关键上传链路可用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944" y="3182112"/>
            <a:ext cx="4183484" cy="7315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6C0D6"/>
                </a:solidFill>
                <a:latin typeface="Aptos"/>
              </a:rPr>
              <a:t>验证超过 10MB 的 multipart 请求与 PPTX 模板上传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2944" y="5175504"/>
            <a:ext cx="960144" cy="4572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944" y="5321808"/>
            <a:ext cx="3154758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5CD6FF"/>
                </a:solidFill>
                <a:latin typeface="Aptos Mono"/>
              </a:rPr>
              <a:t>EDITABLE / DOWNLOAD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17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34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51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68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85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902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0720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537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354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171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988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805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199" y="9144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7199" y="18288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7199" y="27432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7199" y="36576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7199" y="45720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7199" y="54864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09697" y="530351"/>
            <a:ext cx="1063016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3952" y="6336792"/>
            <a:ext cx="1268761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02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82298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70" y="6355080"/>
            <a:ext cx="1508797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70" y="512064"/>
            <a:ext cx="322334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结论先行｜回归判断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70" y="822960"/>
            <a:ext cx="7338243" cy="6583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本轮验证应以“请求承载”和“文件业务”双重通过作为放行条件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19" y="1517904"/>
            <a:ext cx="7406825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只有大体积请求成功且 PPTX 模板被正确识别、处理和反馈，回归结果才具备业务有效性。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35" y="2212848"/>
            <a:ext cx="4629265" cy="7772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判断依据：\n1. 超过 10MB 的 multipart 请求用于验证网关、服务端限制与流式处理是否一致。\n2. PPTX 上传用于验证文件类型、扩展名、内容处理和上传状态是否正确衔接。\n3. 两条链路任一失败，都可能导致用户无法完成模板导入。\n\n来源：AIWeb upload regression 资料；具体阈值与结果以测试环境实测记录为准。</a:t>
            </a:r>
          </a:p>
        </p:txBody>
      </p:sp>
      <p:sp>
        <p:nvSpPr>
          <p:cNvPr id="28" name="Oval 27"/>
          <p:cNvSpPr/>
          <p:nvPr/>
        </p:nvSpPr>
        <p:spPr>
          <a:xfrm>
            <a:off x="658384" y="3182112"/>
            <a:ext cx="96014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271" y="3072384"/>
            <a:ext cx="4492102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接口层：请求不因体积超过 10MB 被错误拒绝</a:t>
            </a:r>
          </a:p>
        </p:txBody>
      </p:sp>
      <p:sp>
        <p:nvSpPr>
          <p:cNvPr id="30" name="Oval 29"/>
          <p:cNvSpPr/>
          <p:nvPr/>
        </p:nvSpPr>
        <p:spPr>
          <a:xfrm>
            <a:off x="658384" y="3749039"/>
            <a:ext cx="96014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271" y="3639312"/>
            <a:ext cx="4492102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文件层：PPTX 被识别为允许的模板格式</a:t>
            </a:r>
          </a:p>
        </p:txBody>
      </p:sp>
      <p:sp>
        <p:nvSpPr>
          <p:cNvPr id="32" name="Oval 31"/>
          <p:cNvSpPr/>
          <p:nvPr/>
        </p:nvSpPr>
        <p:spPr>
          <a:xfrm>
            <a:off x="658384" y="4315968"/>
            <a:ext cx="96014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7271" y="4206239"/>
            <a:ext cx="4492102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体验层：上传结果与失败原因能够被明确反馈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32318" y="2103119"/>
            <a:ext cx="2434650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354" y="2743200"/>
            <a:ext cx="1954578" cy="1325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结论先行｜回归判断 33%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6645" y="4325112"/>
            <a:ext cx="1885997" cy="5486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只有大体积请求成功且 PPTX 模板被正确识别、处理和反馈，回归结果才具备业务有效性。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17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34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51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68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85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902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0720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537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354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171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988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805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199" y="9144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7199" y="18288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7199" y="27432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7199" y="36576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7199" y="45720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7199" y="54864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09697" y="530351"/>
            <a:ext cx="1063016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3952" y="6336792"/>
            <a:ext cx="1268761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03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82298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70" y="6355080"/>
            <a:ext cx="1508797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70" y="512064"/>
            <a:ext cx="322334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覆盖范围｜测试设计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70" y="822960"/>
            <a:ext cx="7338243" cy="6583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测试矩阵覆盖体积边界、编码方式和 PPTX 文件类型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19" y="1517904"/>
            <a:ext cx="7406825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测试组合围绕体积边界和文件语义展开，可区分基础请求问题与模板处理问题。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35" y="2212848"/>
            <a:ext cx="4629265" cy="7772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6C0D6"/>
                </a:solidFill>
                <a:latin typeface="Aptos"/>
              </a:rPr>
              <a:t>建议执行顺序：先确认基线上传，再验证超过 10MB 的 multipart 请求，最后验证 PPTX 模板的完整业务结果。\n\n页面装饰：以蓝图网格绘制三段式测试矩阵，使用尺寸标线突出 10MB 边界。\n来源：AIWeb upload regression 资料。</a:t>
            </a:r>
          </a:p>
        </p:txBody>
      </p:sp>
      <p:sp>
        <p:nvSpPr>
          <p:cNvPr id="28" name="Oval 27"/>
          <p:cNvSpPr/>
          <p:nvPr/>
        </p:nvSpPr>
        <p:spPr>
          <a:xfrm>
            <a:off x="658384" y="3182112"/>
            <a:ext cx="96014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271" y="3072384"/>
            <a:ext cx="4492102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基线场景：小体积 PPTX 文件正常上传</a:t>
            </a:r>
          </a:p>
        </p:txBody>
      </p:sp>
      <p:sp>
        <p:nvSpPr>
          <p:cNvPr id="30" name="Oval 29"/>
          <p:cNvSpPr/>
          <p:nvPr/>
        </p:nvSpPr>
        <p:spPr>
          <a:xfrm>
            <a:off x="658384" y="3749039"/>
            <a:ext cx="96014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271" y="3639312"/>
            <a:ext cx="4492102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边界场景：请求体略高于 10MB，确认服务端与网关限制一致</a:t>
            </a:r>
          </a:p>
        </p:txBody>
      </p:sp>
      <p:sp>
        <p:nvSpPr>
          <p:cNvPr id="32" name="Oval 31"/>
          <p:cNvSpPr/>
          <p:nvPr/>
        </p:nvSpPr>
        <p:spPr>
          <a:xfrm>
            <a:off x="658384" y="4315968"/>
            <a:ext cx="96014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7271" y="4206239"/>
            <a:ext cx="4492102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编码场景：multipart/form-data 携带文件字段和必要元数据</a:t>
            </a:r>
          </a:p>
        </p:txBody>
      </p:sp>
      <p:sp>
        <p:nvSpPr>
          <p:cNvPr id="34" name="Oval 33"/>
          <p:cNvSpPr/>
          <p:nvPr/>
        </p:nvSpPr>
        <p:spPr>
          <a:xfrm>
            <a:off x="658384" y="4882896"/>
            <a:ext cx="96014" cy="128016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271" y="4773168"/>
            <a:ext cx="4492102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EAF5FF"/>
                </a:solidFill>
                <a:latin typeface="Aptos"/>
              </a:rPr>
              <a:t>业务场景：PPTX 扩展名、MIME 类型与内容处理结果一致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32318" y="2103119"/>
            <a:ext cx="2434650" cy="324612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354" y="2743200"/>
            <a:ext cx="1954578" cy="1325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EAF5FF"/>
                </a:solidFill>
                <a:latin typeface="Aptos Mono"/>
              </a:rPr>
              <a:t>覆盖范围｜测试设计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6645" y="4325112"/>
            <a:ext cx="1885997" cy="5486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6C0D6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测试组合围绕体积边界和文件语义展开，可区分基础请求问题与模板处理问题。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17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34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51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68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85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902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0720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537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354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171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988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805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199" y="9144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7199" y="18288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7199" y="27432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7199" y="36576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7199" y="45720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7199" y="54864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09697" y="530351"/>
            <a:ext cx="1063016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3952" y="6336792"/>
            <a:ext cx="1268761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04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82298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70" y="6355080"/>
            <a:ext cx="1508797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70" y="512064"/>
            <a:ext cx="322334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CD6FF"/>
                </a:solidFill>
                <a:latin typeface="Aptos Mono"/>
              </a:rPr>
              <a:t>通过标准｜证据采集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70" y="822960"/>
            <a:ext cx="7338243" cy="6583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EAF5FF"/>
                </a:solidFill>
                <a:latin typeface="Aptos"/>
              </a:rPr>
              <a:t>回归通过必须同时满足 4 项可观测证据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19" y="1517904"/>
            <a:ext cx="7406825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6C0D6"/>
                </a:solidFill>
                <a:latin typeface="Aptos"/>
              </a:rPr>
              <a:t>通过 HTTP、文件、处理和反馈四类证据交叉确认，避免只依赖单一状态码。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2944" y="2212848"/>
            <a:ext cx="2228905" cy="24231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64" y="2514600"/>
            <a:ext cx="1748833" cy="8686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4/4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689" y="3547872"/>
            <a:ext cx="1783124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必须满足的证据维度</a:t>
            </a:r>
          </a:p>
        </p:txBody>
      </p:sp>
      <p:sp>
        <p:nvSpPr>
          <p:cNvPr id="30" name="Oval 29"/>
          <p:cNvSpPr/>
          <p:nvPr/>
        </p:nvSpPr>
        <p:spPr>
          <a:xfrm>
            <a:off x="3237056" y="2423160"/>
            <a:ext cx="116588" cy="155448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97667" y="2331720"/>
            <a:ext cx="466355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EAF5FF"/>
                </a:solidFill>
                <a:latin typeface="Aptos"/>
              </a:rPr>
              <a:t>HTTP：multipart 请求返回预期成功状态，且无体积限制错误</a:t>
            </a:r>
          </a:p>
        </p:txBody>
      </p:sp>
      <p:sp>
        <p:nvSpPr>
          <p:cNvPr id="32" name="Oval 31"/>
          <p:cNvSpPr/>
          <p:nvPr/>
        </p:nvSpPr>
        <p:spPr>
          <a:xfrm>
            <a:off x="3237056" y="3264408"/>
            <a:ext cx="116588" cy="155448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7667" y="3172968"/>
            <a:ext cx="466355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EAF5FF"/>
                </a:solidFill>
                <a:latin typeface="Aptos"/>
              </a:rPr>
              <a:t>文件：服务端接收文件大小与上传文件一致，格式识别为 PPTX</a:t>
            </a:r>
          </a:p>
        </p:txBody>
      </p:sp>
      <p:sp>
        <p:nvSpPr>
          <p:cNvPr id="34" name="Oval 33"/>
          <p:cNvSpPr/>
          <p:nvPr/>
        </p:nvSpPr>
        <p:spPr>
          <a:xfrm>
            <a:off x="3237056" y="4105655"/>
            <a:ext cx="116588" cy="155448"/>
          </a:xfrm>
          <a:prstGeom prst="ellipse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97667" y="4014215"/>
            <a:ext cx="466355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EAF5FF"/>
                </a:solidFill>
                <a:latin typeface="Aptos"/>
              </a:rPr>
              <a:t>处理：模板进入预期的保存、解析或后续处理状态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70" y="5596128"/>
            <a:ext cx="41149" cy="420624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33" y="5605272"/>
            <a:ext cx="7475406" cy="3840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EAF5FF"/>
                </a:solidFill>
                <a:latin typeface="Aptos Mono"/>
              </a:rPr>
              <a:t>TAKEAWAY 通过 HTTP、文件、处理和反馈四类证据交叉确认，避免只依赖单一状态码。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17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34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51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68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85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902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0720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537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354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171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988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805" y="502920"/>
            <a:ext cx="4114" cy="5715000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199" y="9144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7199" y="18288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7199" y="27432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7199" y="36576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7199" y="45720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7199" y="5486400"/>
            <a:ext cx="8366969" cy="5486"/>
          </a:xfrm>
          <a:prstGeom prst="rect">
            <a:avLst/>
          </a:prstGeom>
          <a:solidFill>
            <a:srgbClr val="F5B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09697" y="530351"/>
            <a:ext cx="1063016" cy="822960"/>
          </a:xfrm>
          <a:prstGeom prst="rect">
            <a:avLst/>
          </a:prstGeom>
          <a:noFill/>
          <a:ln w="10160">
            <a:solidFill>
              <a:srgbClr val="F5B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3952" y="6336792"/>
            <a:ext cx="1268761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6C0D6"/>
                </a:solidFill>
                <a:latin typeface="Aptos Mono"/>
              </a:rPr>
              <a:t>05 / AIWEB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82298" cy="6858000"/>
          </a:xfrm>
          <a:prstGeom prst="rect">
            <a:avLst/>
          </a:prstGeom>
          <a:solidFill>
            <a:srgbClr val="5C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70" y="6355080"/>
            <a:ext cx="1508797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6C0D6"/>
                </a:solidFill>
                <a:latin typeface="Aptos Mono"/>
              </a:rPr>
              <a:t>AIWeb /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70" y="914400"/>
            <a:ext cx="2057451" cy="31089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5B94C"/>
                </a:solidFill>
                <a:latin typeface="Aptos Mono"/>
              </a:rPr>
              <a:t>决策建议｜回归收口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53" y="1508760"/>
            <a:ext cx="6926753" cy="11430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EAF5FF"/>
                </a:solidFill>
                <a:latin typeface="Aptos"/>
              </a:rPr>
              <a:t>满足双链路通过即可放行，否则应按失败层级阻断发布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944" y="3017520"/>
            <a:ext cx="6103772" cy="685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100" b="0">
                <a:solidFill>
                  <a:srgbClr val="A6C0D6"/>
                </a:solidFill>
                <a:latin typeface="Aptos"/>
              </a:rPr>
              <a:t>以证据记录支撑最终回归结论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86" y="4572000"/>
            <a:ext cx="2263196" cy="594360"/>
          </a:xfrm>
          <a:prstGeom prst="roundRect">
            <a:avLst/>
          </a:prstGeom>
          <a:solidFill>
            <a:srgbClr val="5CD6FF"/>
          </a:solidFill>
          <a:ln w="10160">
            <a:solidFill>
              <a:srgbClr val="5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108" y="4718304"/>
            <a:ext cx="1988869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DOWNLOAD / EDIT LOCALLY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