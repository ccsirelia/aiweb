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26" y="658368"/>
            <a:ext cx="73153" cy="5138928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26" y="658368"/>
            <a:ext cx="1874566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882" y="658368"/>
            <a:ext cx="173740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Aptos Mono"/>
              </a:rPr>
              <a:t>01 / AIWEB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26" y="6199632"/>
            <a:ext cx="10698747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26" y="822960"/>
            <a:ext cx="566942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B9BD5"/>
                </a:solidFill>
                <a:latin typeface="Aptos Mono"/>
              </a:rPr>
              <a:t>PRESENTATION / AIWEB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38" y="1353312"/>
            <a:ext cx="5898027" cy="1600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263238"/>
                </a:solidFill>
                <a:latin typeface="Aptos"/>
              </a:rPr>
              <a:t>封面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59" y="3182112"/>
            <a:ext cx="5577979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B6472"/>
                </a:solidFill>
                <a:latin typeface="Aptos"/>
              </a:rPr>
              <a:t>正式汇报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59" y="5175504"/>
            <a:ext cx="1280192" cy="4572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59" y="5321808"/>
            <a:ext cx="4206345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EDITABLE / DOWNLOAD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403" y="960120"/>
            <a:ext cx="109730" cy="4160520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61" y="1097280"/>
            <a:ext cx="292615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D7E8FB"/>
                </a:solidFill>
                <a:latin typeface="Aptos Mono"/>
              </a:rPr>
              <a:t>PART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84" y="1874519"/>
            <a:ext cx="9418555" cy="1051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章节一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61" y="3337560"/>
            <a:ext cx="795547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D7E8FB"/>
                </a:solidFill>
                <a:latin typeface="Aptos"/>
              </a:rPr>
              <a:t>章节摘要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90509" y="54864"/>
            <a:ext cx="676672" cy="676656"/>
          </a:xfrm>
          <a:prstGeom prst="ellipse">
            <a:avLst/>
          </a:prstGeom>
          <a:solidFill>
            <a:srgbClr val="1E4E7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0509" y="173736"/>
            <a:ext cx="67667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0459" y="164592"/>
            <a:ext cx="841269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26" y="6199632"/>
            <a:ext cx="10698747" cy="10972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26" y="6309360"/>
            <a:ext cx="384057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345" y="347472"/>
            <a:ext cx="745254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正文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92" y="1024128"/>
            <a:ext cx="10241536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80" y="2212848"/>
            <a:ext cx="6172354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5B6472"/>
                </a:solidFill>
                <a:latin typeface="Aptos"/>
              </a:rPr>
              <a:t>正文信息</a:t>
            </a:r>
          </a:p>
        </p:txBody>
      </p:sp>
      <p:sp>
        <p:nvSpPr>
          <p:cNvPr id="11" name="Oval 10"/>
          <p:cNvSpPr/>
          <p:nvPr/>
        </p:nvSpPr>
        <p:spPr>
          <a:xfrm>
            <a:off x="877845" y="3182112"/>
            <a:ext cx="128019" cy="128016"/>
          </a:xfrm>
          <a:prstGeom prst="ellipse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28" y="3072384"/>
            <a:ext cx="5989469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事实一</a:t>
            </a:r>
          </a:p>
        </p:txBody>
      </p:sp>
      <p:sp>
        <p:nvSpPr>
          <p:cNvPr id="13" name="Oval 12"/>
          <p:cNvSpPr/>
          <p:nvPr/>
        </p:nvSpPr>
        <p:spPr>
          <a:xfrm>
            <a:off x="877845" y="3749039"/>
            <a:ext cx="128019" cy="128016"/>
          </a:xfrm>
          <a:prstGeom prst="ellipse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28" y="3639312"/>
            <a:ext cx="5989469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事实二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767" y="2212848"/>
            <a:ext cx="54865" cy="2907792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526" y="3218688"/>
            <a:ext cx="251466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重点内容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526" y="4315968"/>
            <a:ext cx="251466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ptos Mono"/>
              </a:rPr>
              <a:t>事实 · 判断 · 动作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26" y="5596128"/>
            <a:ext cx="54865" cy="42062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711" y="5605272"/>
            <a:ext cx="996720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结论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90509" y="54864"/>
            <a:ext cx="676672" cy="676656"/>
          </a:xfrm>
          <a:prstGeom prst="ellipse">
            <a:avLst/>
          </a:prstGeom>
          <a:solidFill>
            <a:srgbClr val="135A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0509" y="173736"/>
            <a:ext cx="67667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0459" y="164592"/>
            <a:ext cx="310903" cy="146304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64516" y="164592"/>
            <a:ext cx="457211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26" y="6199632"/>
            <a:ext cx="10698747" cy="1097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26" y="6309360"/>
            <a:ext cx="384057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345" y="347472"/>
            <a:ext cx="745254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92" y="1024128"/>
            <a:ext cx="10241536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指标结论</a:t>
            </a:r>
          </a:p>
        </p:txBody>
      </p:sp>
      <p:sp>
        <p:nvSpPr>
          <p:cNvPr id="11" name="Oval 10"/>
          <p:cNvSpPr/>
          <p:nvPr/>
        </p:nvSpPr>
        <p:spPr>
          <a:xfrm>
            <a:off x="877845" y="3182112"/>
            <a:ext cx="128019" cy="128016"/>
          </a:xfrm>
          <a:prstGeom prst="ellipse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28" y="3072384"/>
            <a:ext cx="5989469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877845" y="3749039"/>
            <a:ext cx="128019" cy="128016"/>
          </a:xfrm>
          <a:prstGeom prst="ellipse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28" y="3639312"/>
            <a:ext cx="5989469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767" y="2212848"/>
            <a:ext cx="54865" cy="2907792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526" y="2487168"/>
            <a:ext cx="2514662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135A86"/>
                </a:solidFill>
                <a:latin typeface="Aptos Mono"/>
              </a:rPr>
              <a:t>216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526" y="3218688"/>
            <a:ext cx="251466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万元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526" y="4315968"/>
            <a:ext cx="251466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ptos Mono"/>
              </a:rPr>
              <a:t>事实 · 判断 · 动作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26" y="5596128"/>
            <a:ext cx="54865" cy="420624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711" y="5605272"/>
            <a:ext cx="996720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指标结论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81365" y="54864"/>
            <a:ext cx="694961" cy="676656"/>
          </a:xfrm>
          <a:prstGeom prst="rect">
            <a:avLst/>
          </a:prstGeom>
          <a:solidFill>
            <a:srgbClr val="5B9BD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65" y="173736"/>
            <a:ext cx="69496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0459" y="164592"/>
            <a:ext cx="256038" cy="14630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91362" y="164592"/>
            <a:ext cx="530365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26" y="6199632"/>
            <a:ext cx="10698747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26" y="6309360"/>
            <a:ext cx="384057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345" y="347472"/>
            <a:ext cx="745254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图表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92" y="1024128"/>
            <a:ext cx="10241536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图表结论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22" y="5513831"/>
            <a:ext cx="10012930" cy="10972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22" y="5513831"/>
            <a:ext cx="10012930" cy="7315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22" y="4401311"/>
            <a:ext cx="10012930" cy="7315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22" y="3288791"/>
            <a:ext cx="10012930" cy="7315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22" y="2176271"/>
            <a:ext cx="10012930" cy="7315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13143" y="3845051"/>
            <a:ext cx="658384" cy="1668780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970" y="3525011"/>
            <a:ext cx="106073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63238"/>
                </a:solidFill>
                <a:latin typeface="Aptos Mono"/>
              </a:rPr>
              <a:t>1件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85" y="5623560"/>
            <a:ext cx="1426499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5B6472"/>
                </a:solidFill>
                <a:latin typeface="Aptos"/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248" y="2176271"/>
            <a:ext cx="658384" cy="333756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9075" y="1856231"/>
            <a:ext cx="106073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63238"/>
                </a:solidFill>
                <a:latin typeface="Aptos Mono"/>
              </a:rPr>
              <a:t>2件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190" y="5623560"/>
            <a:ext cx="1426499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5B6472"/>
                </a:solidFill>
                <a:latin typeface="Aptos"/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26" y="5596128"/>
            <a:ext cx="54865" cy="42062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711" y="5605272"/>
            <a:ext cx="996720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图表结论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81365" y="54864"/>
            <a:ext cx="694961" cy="676656"/>
          </a:xfrm>
          <a:prstGeom prst="rect">
            <a:avLst/>
          </a:prstGeom>
          <a:solidFill>
            <a:srgbClr val="78A8C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65" y="173736"/>
            <a:ext cx="69496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0459" y="164592"/>
            <a:ext cx="256038" cy="14630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91362" y="164592"/>
            <a:ext cx="530365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26" y="6199632"/>
            <a:ext cx="10698747" cy="10972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26" y="6309360"/>
            <a:ext cx="384057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345" y="347472"/>
            <a:ext cx="745254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表格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92" y="1024128"/>
            <a:ext cx="10241536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表格结论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86403" y="2084831"/>
          <a:ext cx="10561584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792"/>
                <a:gridCol w="5280792"/>
              </a:tblGrid>
              <a:tr h="1127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5" marR="54865" marT="18288" marB="18288">
                    <a:solidFill>
                      <a:srgbClr val="0B5A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54865" marR="54865" marT="18288" marB="18288">
                    <a:solidFill>
                      <a:srgbClr val="0B5A9A"/>
                    </a:solidFill>
                  </a:tcPr>
                </a:tc>
              </a:tr>
              <a:tr h="1127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5" marR="54865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5" marR="54865" marT="18288" marB="18288">
                    <a:solidFill>
                      <a:srgbClr val="F7F9FC"/>
                    </a:solidFill>
                  </a:tcPr>
                </a:tc>
              </a:tr>
              <a:tr h="1127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5" marR="54865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5" marR="54865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49826" y="5596128"/>
            <a:ext cx="54865" cy="42062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711" y="5605272"/>
            <a:ext cx="996720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表格结论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90509" y="54864"/>
            <a:ext cx="676672" cy="676656"/>
          </a:xfrm>
          <a:prstGeom prst="ellipse">
            <a:avLst/>
          </a:prstGeom>
          <a:solidFill>
            <a:srgbClr val="1E4E7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0509" y="173736"/>
            <a:ext cx="67667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0459" y="164592"/>
            <a:ext cx="310903" cy="14630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64516" y="164592"/>
            <a:ext cx="457211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26" y="6199632"/>
            <a:ext cx="10698747" cy="10972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26" y="6309360"/>
            <a:ext cx="384057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345" y="347472"/>
            <a:ext cx="745254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92" y="1024128"/>
            <a:ext cx="10241536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对比结论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767" y="2212848"/>
            <a:ext cx="54865" cy="2907792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526" y="3218688"/>
            <a:ext cx="251466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重点内容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526" y="4315968"/>
            <a:ext cx="251466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ptos Mono"/>
              </a:rPr>
              <a:t>事实 · 判断 · 动作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26" y="5596128"/>
            <a:ext cx="54865" cy="42062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711" y="5605272"/>
            <a:ext cx="996720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对比结论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90509" y="54864"/>
            <a:ext cx="676672" cy="676656"/>
          </a:xfrm>
          <a:prstGeom prst="ellipse">
            <a:avLst/>
          </a:prstGeom>
          <a:solidFill>
            <a:srgbClr val="135A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0509" y="173736"/>
            <a:ext cx="67667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26" y="6199632"/>
            <a:ext cx="10698747" cy="1097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26" y="6309360"/>
            <a:ext cx="384057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345" y="347472"/>
            <a:ext cx="745254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卡片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92" y="1024128"/>
            <a:ext cx="10241536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卡片结论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403" y="2240280"/>
            <a:ext cx="3340691" cy="2651760"/>
          </a:xfrm>
          <a:prstGeom prst="rect">
            <a:avLst/>
          </a:prstGeom>
          <a:solidFill>
            <a:srgbClr val="135A86"/>
          </a:solidFill>
          <a:ln w="10160">
            <a:solidFill>
              <a:srgbClr val="135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65" y="2468880"/>
            <a:ext cx="290176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4B4D1"/>
                </a:solidFill>
                <a:latin typeface="Apto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65" y="2907792"/>
            <a:ext cx="2901768" cy="1325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8268" y="2240280"/>
            <a:ext cx="3340691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84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268" y="2240280"/>
            <a:ext cx="3340691" cy="7315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729" y="2468880"/>
            <a:ext cx="290176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35A86"/>
                </a:solidFill>
                <a:latin typeface="Apto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729" y="2907792"/>
            <a:ext cx="2901768" cy="1325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0132" y="2240280"/>
            <a:ext cx="3340691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84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0132" y="2240280"/>
            <a:ext cx="3340691" cy="7315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9594" y="2468880"/>
            <a:ext cx="290176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35A86"/>
                </a:solidFill>
                <a:latin typeface="Apto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9594" y="2907792"/>
            <a:ext cx="2901768" cy="1325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26" y="5596128"/>
            <a:ext cx="54865" cy="420624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711" y="5605272"/>
            <a:ext cx="996720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卡片结论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90509" y="54864"/>
            <a:ext cx="676672" cy="676656"/>
          </a:xfrm>
          <a:prstGeom prst="ellipse">
            <a:avLst/>
          </a:prstGeom>
          <a:solidFill>
            <a:srgbClr val="00479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0509" y="173736"/>
            <a:ext cx="67667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0459" y="164592"/>
            <a:ext cx="841269" cy="14630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26" y="6199632"/>
            <a:ext cx="10698747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26" y="6309360"/>
            <a:ext cx="384057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345" y="347472"/>
            <a:ext cx="745254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图片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92" y="1024128"/>
            <a:ext cx="10241536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图片结论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80" y="2176272"/>
            <a:ext cx="4754998" cy="8046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5B6472"/>
                </a:solidFill>
                <a:latin typeface="Aptos"/>
              </a:rPr>
              <a:t>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469" y="2057400"/>
            <a:ext cx="5075046" cy="3401568"/>
          </a:xfrm>
          <a:prstGeom prst="roundRect">
            <a:avLst/>
          </a:prstGeom>
          <a:solidFill>
            <a:srgbClr val="00479D"/>
          </a:solidFill>
          <a:ln w="1016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960" y="3337560"/>
            <a:ext cx="420634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3238"/>
                </a:solidFill>
                <a:latin typeface="Aptos"/>
              </a:rPr>
              <a:t>视觉证据位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26" y="5596128"/>
            <a:ext cx="54865" cy="42062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711" y="5605272"/>
            <a:ext cx="996720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图片结论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26" y="658368"/>
            <a:ext cx="73153" cy="5138928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26" y="658368"/>
            <a:ext cx="1874566" cy="10972"/>
          </a:xfrm>
          <a:prstGeom prst="rect">
            <a:avLst/>
          </a:prstGeom>
          <a:solidFill>
            <a:srgbClr val="7AA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882" y="658368"/>
            <a:ext cx="173740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Aptos Mono"/>
              </a:rPr>
              <a:t>10 / AIWEB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26" y="6199632"/>
            <a:ext cx="10698747" cy="10972"/>
          </a:xfrm>
          <a:prstGeom prst="rect">
            <a:avLst/>
          </a:prstGeom>
          <a:solidFill>
            <a:srgbClr val="7AA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26" y="914400"/>
            <a:ext cx="2743268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7AA8C5"/>
                </a:solidFill>
                <a:latin typeface="Aptos Mono"/>
              </a:rPr>
              <a:t>NEXT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38" y="1508760"/>
            <a:ext cx="923567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263238"/>
                </a:solidFill>
                <a:latin typeface="Aptos"/>
              </a:rPr>
              <a:t>收束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59" y="3017520"/>
            <a:ext cx="8138363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0">
                <a:solidFill>
                  <a:srgbClr val="5B6472"/>
                </a:solidFill>
                <a:latin typeface="Aptos"/>
              </a:rPr>
              <a:t>下一步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115" y="4572000"/>
            <a:ext cx="3017595" cy="594360"/>
          </a:xfrm>
          <a:prstGeom prst="roundRect">
            <a:avLst/>
          </a:prstGeom>
          <a:solidFill>
            <a:srgbClr val="0B5A9A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44" y="4718304"/>
            <a:ext cx="265182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DOWNLOAD / EDIT LOCALLY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